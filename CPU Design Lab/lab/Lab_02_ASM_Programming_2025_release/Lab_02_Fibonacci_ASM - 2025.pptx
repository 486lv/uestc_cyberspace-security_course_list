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4"/>
  </p:notesMasterIdLst>
  <p:sldIdLst>
    <p:sldId id="366" r:id="rId2"/>
    <p:sldId id="381" r:id="rId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286E24"/>
    <a:srgbClr val="8B0707"/>
    <a:srgbClr val="D38269"/>
    <a:srgbClr val="99FF33"/>
    <a:srgbClr val="FF00FF"/>
    <a:srgbClr val="CC0099"/>
    <a:srgbClr val="916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8" autoAdjust="0"/>
    <p:restoredTop sz="86456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157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/>
            </a:lvl1pPr>
          </a:lstStyle>
          <a:p>
            <a:fld id="{BE30CF17-7A5D-455B-B695-0083967B885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24845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7315200" cy="9144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81400"/>
            <a:ext cx="6400800" cy="1981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98179" y="6305550"/>
            <a:ext cx="1905000" cy="457200"/>
          </a:xfrm>
        </p:spPr>
        <p:txBody>
          <a:bodyPr/>
          <a:lstStyle>
            <a:lvl1pPr>
              <a:defRPr sz="1800"/>
            </a:lvl1pPr>
          </a:lstStyle>
          <a:p>
            <a:fld id="{0E6CA52A-E6C7-403D-AFCF-A994D8A9A0C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778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C9E6B3-0FBE-486A-954D-7550540A3C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117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2420AA-593B-4339-A172-9A5610049CC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96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385244-0AE5-4C0F-9FE3-148042832B0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3184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262070-E852-4F28-9C8A-5C247BB8D7B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305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DF71D4-CB31-4C43-8A4C-885F6A2B021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74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4B7156-C70D-40CF-B806-0D4D01DCCF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9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D0E467-BD2C-48CE-B43D-8C73411AECC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68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CBC5F3-88AB-4AEC-BA7E-4392392CBBA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97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2F3EBC-3763-467D-BE5F-F5A270CF7E7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577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791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791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61722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B5745-CB89-475A-8026-A6072FDCEB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80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304800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 </a:t>
            </a:r>
          </a:p>
        </p:txBody>
      </p:sp>
      <p:sp>
        <p:nvSpPr>
          <p:cNvPr id="1027" name="Rectangle 1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219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31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70964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0089C081-DA6C-453A-8E4F-643412391E53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8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80000"/>
        <a:buFont typeface="Wingdings" panose="05000000000000000000" pitchFamily="2" charset="2"/>
        <a:buChar char="®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0000"/>
        <a:buFont typeface="Wingdings" panose="05000000000000000000" pitchFamily="2" charset="2"/>
        <a:buChar char="®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0000"/>
        <a:buFont typeface="Wingdings" panose="05000000000000000000" pitchFamily="2" charset="2"/>
        <a:buChar char="®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 noChangeArrowheads="1"/>
          </p:cNvSpPr>
          <p:nvPr>
            <p:ph type="title"/>
          </p:nvPr>
        </p:nvSpPr>
        <p:spPr>
          <a:xfrm>
            <a:off x="6400800" y="1319213"/>
            <a:ext cx="2443163" cy="1187450"/>
          </a:xfrm>
        </p:spPr>
        <p:txBody>
          <a:bodyPr/>
          <a:lstStyle/>
          <a:p>
            <a:pPr algn="l"/>
            <a:r>
              <a:rPr lang="en-US" altLang="zh-CN" sz="3200" smtClean="0"/>
              <a:t>Fibonacci:</a:t>
            </a:r>
            <a:br>
              <a:rPr lang="en-US" altLang="zh-CN" sz="3200" smtClean="0"/>
            </a:br>
            <a:r>
              <a:rPr lang="en-US" altLang="zh-CN" sz="3200" smtClean="0"/>
              <a:t>main.s</a:t>
            </a:r>
            <a:endParaRPr lang="zh-CN" altLang="en-US" sz="3200" smtClean="0"/>
          </a:p>
        </p:txBody>
      </p:sp>
      <p:sp>
        <p:nvSpPr>
          <p:cNvPr id="3075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AEC51C97-9786-4967-9551-D8684464F90A}" type="slidenum">
              <a:rPr lang="zh-CN" altLang="en-US"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/>
              <a:t>1</a:t>
            </a:fld>
            <a:endParaRPr lang="en-US" altLang="zh-CN" sz="16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07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0080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 noChangeArrowheads="1"/>
          </p:cNvSpPr>
          <p:nvPr>
            <p:ph type="title"/>
          </p:nvPr>
        </p:nvSpPr>
        <p:spPr>
          <a:xfrm>
            <a:off x="6400800" y="1319213"/>
            <a:ext cx="2443163" cy="1187450"/>
          </a:xfrm>
        </p:spPr>
        <p:txBody>
          <a:bodyPr/>
          <a:lstStyle/>
          <a:p>
            <a:pPr algn="l"/>
            <a:r>
              <a:rPr lang="en-US" altLang="zh-CN" sz="3200" smtClean="0"/>
              <a:t>Fibonacci:</a:t>
            </a:r>
            <a:br>
              <a:rPr lang="en-US" altLang="zh-CN" sz="3200" smtClean="0"/>
            </a:br>
            <a:r>
              <a:rPr lang="en-US" altLang="zh-CN" sz="3200" smtClean="0"/>
              <a:t>main.s</a:t>
            </a:r>
            <a:endParaRPr lang="zh-CN" altLang="en-US" sz="3200" smtClean="0"/>
          </a:p>
        </p:txBody>
      </p:sp>
      <p:sp>
        <p:nvSpPr>
          <p:cNvPr id="4099" name="矩形 4"/>
          <p:cNvSpPr>
            <a:spLocks noChangeArrowheads="1"/>
          </p:cNvSpPr>
          <p:nvPr/>
        </p:nvSpPr>
        <p:spPr bwMode="auto">
          <a:xfrm>
            <a:off x="7615238" y="534988"/>
            <a:ext cx="1277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92D050"/>
                </a:solidFill>
              </a:rPr>
              <a:t>QtSpim</a:t>
            </a:r>
            <a:endParaRPr lang="zh-CN" altLang="en-US"/>
          </a:p>
        </p:txBody>
      </p:sp>
      <p:pic>
        <p:nvPicPr>
          <p:cNvPr id="41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181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tory">
  <a:themeElements>
    <a:clrScheme name="Factory 1">
      <a:dk1>
        <a:srgbClr val="000054"/>
      </a:dk1>
      <a:lt1>
        <a:srgbClr val="EAEAEA"/>
      </a:lt1>
      <a:dk2>
        <a:srgbClr val="00007A"/>
      </a:dk2>
      <a:lt2>
        <a:srgbClr val="EBD189"/>
      </a:lt2>
      <a:accent1>
        <a:srgbClr val="FCAB40"/>
      </a:accent1>
      <a:accent2>
        <a:srgbClr val="555BAD"/>
      </a:accent2>
      <a:accent3>
        <a:srgbClr val="AAAABE"/>
      </a:accent3>
      <a:accent4>
        <a:srgbClr val="C8C8C8"/>
      </a:accent4>
      <a:accent5>
        <a:srgbClr val="FDD2AF"/>
      </a:accent5>
      <a:accent6>
        <a:srgbClr val="4C529C"/>
      </a:accent6>
      <a:hlink>
        <a:srgbClr val="B97C01"/>
      </a:hlink>
      <a:folHlink>
        <a:srgbClr val="CCFF33"/>
      </a:folHlink>
    </a:clrScheme>
    <a:fontScheme name="Factory">
      <a:majorFont>
        <a:latin typeface="华文新魏"/>
        <a:ea typeface="华文新魏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Factory 1">
        <a:dk1>
          <a:srgbClr val="000054"/>
        </a:dk1>
        <a:lt1>
          <a:srgbClr val="EAEAEA"/>
        </a:lt1>
        <a:dk2>
          <a:srgbClr val="00007A"/>
        </a:dk2>
        <a:lt2>
          <a:srgbClr val="EBD189"/>
        </a:lt2>
        <a:accent1>
          <a:srgbClr val="FCAB40"/>
        </a:accent1>
        <a:accent2>
          <a:srgbClr val="555BAD"/>
        </a:accent2>
        <a:accent3>
          <a:srgbClr val="AAAABE"/>
        </a:accent3>
        <a:accent4>
          <a:srgbClr val="C8C8C8"/>
        </a:accent4>
        <a:accent5>
          <a:srgbClr val="FDD2AF"/>
        </a:accent5>
        <a:accent6>
          <a:srgbClr val="4C529C"/>
        </a:accent6>
        <a:hlink>
          <a:srgbClr val="B97C01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2">
        <a:dk1>
          <a:srgbClr val="000000"/>
        </a:dk1>
        <a:lt1>
          <a:srgbClr val="FFFFCC"/>
        </a:lt1>
        <a:dk2>
          <a:srgbClr val="993300"/>
        </a:dk2>
        <a:lt2>
          <a:srgbClr val="EDE1AF"/>
        </a:lt2>
        <a:accent1>
          <a:srgbClr val="CAC0E2"/>
        </a:accent1>
        <a:accent2>
          <a:srgbClr val="DFC977"/>
        </a:accent2>
        <a:accent3>
          <a:srgbClr val="FFFFE2"/>
        </a:accent3>
        <a:accent4>
          <a:srgbClr val="000000"/>
        </a:accent4>
        <a:accent5>
          <a:srgbClr val="E1DCEE"/>
        </a:accent5>
        <a:accent6>
          <a:srgbClr val="CAB66B"/>
        </a:accent6>
        <a:hlink>
          <a:srgbClr val="660033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4">
        <a:dk1>
          <a:srgbClr val="481800"/>
        </a:dk1>
        <a:lt1>
          <a:srgbClr val="EAEAEA"/>
        </a:lt1>
        <a:dk2>
          <a:srgbClr val="762700"/>
        </a:dk2>
        <a:lt2>
          <a:srgbClr val="EBD189"/>
        </a:lt2>
        <a:accent1>
          <a:srgbClr val="FCAB40"/>
        </a:accent1>
        <a:accent2>
          <a:srgbClr val="AD717F"/>
        </a:accent2>
        <a:accent3>
          <a:srgbClr val="BDACAA"/>
        </a:accent3>
        <a:accent4>
          <a:srgbClr val="C8C8C8"/>
        </a:accent4>
        <a:accent5>
          <a:srgbClr val="FDD2AF"/>
        </a:accent5>
        <a:accent6>
          <a:srgbClr val="9C6672"/>
        </a:accent6>
        <a:hlink>
          <a:srgbClr val="FFFF99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5">
        <a:dk1>
          <a:srgbClr val="330066"/>
        </a:dk1>
        <a:lt1>
          <a:srgbClr val="EAEAEA"/>
        </a:lt1>
        <a:dk2>
          <a:srgbClr val="4E009C"/>
        </a:dk2>
        <a:lt2>
          <a:srgbClr val="EBD189"/>
        </a:lt2>
        <a:accent1>
          <a:srgbClr val="FCAB40"/>
        </a:accent1>
        <a:accent2>
          <a:srgbClr val="8871BB"/>
        </a:accent2>
        <a:accent3>
          <a:srgbClr val="B2AACB"/>
        </a:accent3>
        <a:accent4>
          <a:srgbClr val="C8C8C8"/>
        </a:accent4>
        <a:accent5>
          <a:srgbClr val="FDD2AF"/>
        </a:accent5>
        <a:accent6>
          <a:srgbClr val="7B66A9"/>
        </a:accent6>
        <a:hlink>
          <a:srgbClr val="99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6">
        <a:dk1>
          <a:srgbClr val="454425"/>
        </a:dk1>
        <a:lt1>
          <a:srgbClr val="EAEAEA"/>
        </a:lt1>
        <a:dk2>
          <a:srgbClr val="4D6A2A"/>
        </a:dk2>
        <a:lt2>
          <a:srgbClr val="EBD189"/>
        </a:lt2>
        <a:accent1>
          <a:srgbClr val="FCAB40"/>
        </a:accent1>
        <a:accent2>
          <a:srgbClr val="A59E79"/>
        </a:accent2>
        <a:accent3>
          <a:srgbClr val="B2B9AC"/>
        </a:accent3>
        <a:accent4>
          <a:srgbClr val="C8C8C8"/>
        </a:accent4>
        <a:accent5>
          <a:srgbClr val="FDD2AF"/>
        </a:accent5>
        <a:accent6>
          <a:srgbClr val="958F6D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7">
        <a:dk1>
          <a:srgbClr val="3C2924"/>
        </a:dk1>
        <a:lt1>
          <a:srgbClr val="EAEAEA"/>
        </a:lt1>
        <a:dk2>
          <a:srgbClr val="0D0A46"/>
        </a:dk2>
        <a:lt2>
          <a:srgbClr val="EBD189"/>
        </a:lt2>
        <a:accent1>
          <a:srgbClr val="FCAB40"/>
        </a:accent1>
        <a:accent2>
          <a:srgbClr val="633D4E"/>
        </a:accent2>
        <a:accent3>
          <a:srgbClr val="AAAAB0"/>
        </a:accent3>
        <a:accent4>
          <a:srgbClr val="C8C8C8"/>
        </a:accent4>
        <a:accent5>
          <a:srgbClr val="FDD2AF"/>
        </a:accent5>
        <a:accent6>
          <a:srgbClr val="593646"/>
        </a:accent6>
        <a:hlink>
          <a:srgbClr val="FFCC66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8">
        <a:dk1>
          <a:srgbClr val="000000"/>
        </a:dk1>
        <a:lt1>
          <a:srgbClr val="FFFFFF"/>
        </a:lt1>
        <a:dk2>
          <a:srgbClr val="A50021"/>
        </a:dk2>
        <a:lt2>
          <a:srgbClr val="DDDDDD"/>
        </a:lt2>
        <a:accent1>
          <a:srgbClr val="FFCC99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0000"/>
        </a:accent6>
        <a:hlink>
          <a:srgbClr val="00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6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 Narrow</vt:lpstr>
      <vt:lpstr>宋体</vt:lpstr>
      <vt:lpstr>Arial</vt:lpstr>
      <vt:lpstr>华文新魏</vt:lpstr>
      <vt:lpstr>楷体_GB2312</vt:lpstr>
      <vt:lpstr>Wingdings</vt:lpstr>
      <vt:lpstr>Factory</vt:lpstr>
      <vt:lpstr>Fibonacci: main.s</vt:lpstr>
      <vt:lpstr>Fibonacci: main.s</vt:lpstr>
    </vt:vector>
  </TitlesOfParts>
  <Company>-Microsoft-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数字逻辑设计及应用</dc:title>
  <dc:creator>billgates</dc:creator>
  <cp:lastModifiedBy>ROG</cp:lastModifiedBy>
  <cp:revision>281</cp:revision>
  <dcterms:created xsi:type="dcterms:W3CDTF">2004-09-01T09:10:15Z</dcterms:created>
  <dcterms:modified xsi:type="dcterms:W3CDTF">2025-02-24T06:01:43Z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2052-10.1.0.6875</vt:lpwstr>
  </property>
</Properties>
</file>