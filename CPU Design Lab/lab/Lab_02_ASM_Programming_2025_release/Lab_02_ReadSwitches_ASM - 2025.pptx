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4" r:id="rId1"/>
  </p:sldMasterIdLst>
  <p:notesMasterIdLst>
    <p:notesMasterId r:id="rId4"/>
  </p:notesMasterIdLst>
  <p:sldIdLst>
    <p:sldId id="364" r:id="rId2"/>
    <p:sldId id="380" r:id="rId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F5F5F"/>
    <a:srgbClr val="286E24"/>
    <a:srgbClr val="8B0707"/>
    <a:srgbClr val="D38269"/>
    <a:srgbClr val="99FF33"/>
    <a:srgbClr val="FF00FF"/>
    <a:srgbClr val="CC0099"/>
    <a:srgbClr val="916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8" autoAdjust="0"/>
    <p:restoredTop sz="86456" autoAdjust="0"/>
  </p:normalViewPr>
  <p:slideViewPr>
    <p:cSldViewPr snapToGrid="0" snapToObjects="1" showGuides="1">
      <p:cViewPr varScale="1">
        <p:scale>
          <a:sx n="100" d="100"/>
          <a:sy n="100" d="100"/>
        </p:scale>
        <p:origin x="1578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8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7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buFontTx/>
              <a:buNone/>
              <a:defRPr kumimoji="1" sz="1200" b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24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buFontTx/>
              <a:buNone/>
              <a:defRPr kumimoji="1" sz="1200" b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124" name="Rectangle 4"/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24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24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buFontTx/>
              <a:buNone/>
              <a:defRPr kumimoji="1" sz="1200" b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24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b="0"/>
            </a:lvl1pPr>
          </a:lstStyle>
          <a:p>
            <a:fld id="{EE155519-A27F-4F77-B790-24DBD86941F3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462577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 Narrow" panose="020B0606020202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2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14400" y="2286000"/>
            <a:ext cx="7315200" cy="91440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61453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581400"/>
            <a:ext cx="6400800" cy="1981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/>
            </a:lvl1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6" name="Rectangle 1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146472" y="6330043"/>
            <a:ext cx="1905000" cy="457200"/>
          </a:xfrm>
        </p:spPr>
        <p:txBody>
          <a:bodyPr/>
          <a:lstStyle>
            <a:lvl1pPr>
              <a:defRPr sz="1800"/>
            </a:lvl1pPr>
          </a:lstStyle>
          <a:p>
            <a:fld id="{F3CF18AB-FE4D-4D00-98E0-AF5E192AAE10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5891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4548068-899B-4AED-98D5-64B2F5F988CC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2044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6115FA7-ED84-42D9-A849-CF3DBDBF98AF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70400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219200"/>
            <a:ext cx="4038600" cy="4876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4038600" cy="4876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3497521-B7D8-4365-B0BF-155EAC0E1263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944702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A89D72-47F2-4D2C-BA28-FD840C673DCE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620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18B7F67-E0DC-488D-B54A-C437C6FB60FD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74956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D98B86-3B39-42CD-ABA3-366107498329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64943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277A0AA-6F61-435A-8A0E-D1929CE88232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0379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24DA56B-C63A-43DB-9209-D9F9D46D2FF6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659512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F4FB10E-9A61-4385-A840-63C13E9C067F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06279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304800"/>
            <a:ext cx="2057400" cy="5791200"/>
          </a:xfrm>
        </p:spPr>
        <p:txBody>
          <a:bodyPr vert="eaVert"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791200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6172200" y="63246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FB92908-E741-4D68-AAEB-5E861A50F3D6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8871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gradFill rotWithShape="0">
          <a:gsLst>
            <a:gs pos="0">
              <a:schemeClr val="bg2"/>
            </a:gs>
            <a:gs pos="50000">
              <a:schemeClr val="bg1"/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1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85800" y="304800"/>
            <a:ext cx="77724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 </a:t>
            </a:r>
          </a:p>
        </p:txBody>
      </p:sp>
      <p:sp>
        <p:nvSpPr>
          <p:cNvPr id="1027" name="Rectangle 12"/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457200" y="1219200"/>
            <a:ext cx="8229600" cy="487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60431" name="Rectangle 1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46472" y="6297386"/>
            <a:ext cx="1905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chemeClr val="tx2"/>
                </a:solidFill>
                <a:latin typeface="华文新魏" panose="02010800040101010101" pitchFamily="2" charset="-122"/>
                <a:ea typeface="华文新魏" panose="02010800040101010101" pitchFamily="2" charset="-122"/>
              </a:defRPr>
            </a:lvl1pPr>
          </a:lstStyle>
          <a:p>
            <a:fld id="{3AEDEF2E-8867-4310-B45A-E856ADECFA6D}" type="slidenum">
              <a:rPr lang="zh-CN" altLang="en-US" smtClean="0"/>
              <a:pPr/>
              <a:t>‹#›</a:t>
            </a:fld>
            <a:endParaRPr lang="en-US" altLang="zh-CN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738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华文新魏" panose="02010800040101010101" pitchFamily="2" charset="-122"/>
          <a:ea typeface="华文新魏" panose="0201080004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华文新魏" panose="02010800040101010101" pitchFamily="2" charset="-122"/>
          <a:ea typeface="华文新魏" panose="0201080004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华文新魏" panose="02010800040101010101" pitchFamily="2" charset="-122"/>
          <a:ea typeface="华文新魏" panose="0201080004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华文新魏" panose="02010800040101010101" pitchFamily="2" charset="-122"/>
          <a:ea typeface="华文新魏" panose="0201080004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华文新魏" panose="02010800040101010101" pitchFamily="2" charset="-122"/>
          <a:ea typeface="华文新魏" panose="0201080004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华文新魏" panose="02010800040101010101" pitchFamily="2" charset="-122"/>
          <a:ea typeface="华文新魏" panose="0201080004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华文新魏" panose="02010800040101010101" pitchFamily="2" charset="-122"/>
          <a:ea typeface="华文新魏" panose="0201080004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华文新魏" panose="02010800040101010101" pitchFamily="2" charset="-122"/>
          <a:ea typeface="华文新魏" panose="0201080004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FF00"/>
        </a:buClr>
        <a:buSzPct val="80000"/>
        <a:buFont typeface="Wingdings" panose="05000000000000000000" pitchFamily="2" charset="2"/>
        <a:buChar char="®"/>
        <a:defRPr sz="3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CC0000"/>
        </a:buClr>
        <a:buSzPct val="70000"/>
        <a:buFont typeface="Wingdings" panose="05000000000000000000" pitchFamily="2" charset="2"/>
        <a:buChar char="®"/>
        <a:defRPr sz="28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9900"/>
        </a:buClr>
        <a:buSzPct val="60000"/>
        <a:buFont typeface="Wingdings" panose="05000000000000000000" pitchFamily="2" charset="2"/>
        <a:buChar char="®"/>
        <a:defRPr sz="2400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Wingdings" panose="05000000000000000000" pitchFamily="2" charset="2"/>
        <a:buChar char="l"/>
        <a:defRPr sz="2000" b="1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l"/>
        <a:defRPr sz="2000" b="1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l"/>
        <a:defRPr kumimoji="1" sz="2000" b="1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l"/>
        <a:defRPr kumimoji="1" sz="2000" b="1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l"/>
        <a:defRPr kumimoji="1" sz="2000" b="1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l"/>
        <a:defRPr kumimoji="1" sz="2000" b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标题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ReadSwitches:main.s</a:t>
            </a:r>
            <a:endParaRPr lang="zh-CN" altLang="en-US" smtClean="0"/>
          </a:p>
        </p:txBody>
      </p:sp>
      <p:sp>
        <p:nvSpPr>
          <p:cNvPr id="3075" name="灯片编号占位符 3"/>
          <p:cNvSpPr>
            <a:spLocks noGrp="1" noChangeArrowheads="1"/>
          </p:cNvSpPr>
          <p:nvPr>
            <p:ph type="sldNum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9pPr>
          </a:lstStyle>
          <a:p>
            <a:fld id="{1FE02FAE-870D-463D-85AB-63029483834D}" type="slidenum">
              <a:rPr lang="zh-CN" altLang="en-US" sz="1600">
                <a:solidFill>
                  <a:schemeClr val="tx2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pPr/>
              <a:t>1</a:t>
            </a:fld>
            <a:endParaRPr lang="en-US" altLang="zh-CN" sz="1600">
              <a:solidFill>
                <a:schemeClr val="tx2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pic>
        <p:nvPicPr>
          <p:cNvPr id="307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1066800"/>
            <a:ext cx="7772400" cy="532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ReadSwitches:main.s</a:t>
            </a:r>
            <a:endParaRPr lang="zh-CN" altLang="en-US" smtClean="0"/>
          </a:p>
        </p:txBody>
      </p:sp>
      <p:sp>
        <p:nvSpPr>
          <p:cNvPr id="4099" name="矩形 3"/>
          <p:cNvSpPr>
            <a:spLocks noChangeArrowheads="1"/>
          </p:cNvSpPr>
          <p:nvPr/>
        </p:nvSpPr>
        <p:spPr bwMode="auto">
          <a:xfrm>
            <a:off x="7615238" y="534988"/>
            <a:ext cx="12779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 Narrow" panose="020B060602020203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>
                <a:solidFill>
                  <a:srgbClr val="92D050"/>
                </a:solidFill>
              </a:rPr>
              <a:t>QtSpim</a:t>
            </a:r>
            <a:endParaRPr lang="zh-CN" altLang="en-US"/>
          </a:p>
        </p:txBody>
      </p:sp>
      <p:pic>
        <p:nvPicPr>
          <p:cNvPr id="4100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28738"/>
            <a:ext cx="9144000" cy="3640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tory">
  <a:themeElements>
    <a:clrScheme name="Factory 1">
      <a:dk1>
        <a:srgbClr val="000054"/>
      </a:dk1>
      <a:lt1>
        <a:srgbClr val="EAEAEA"/>
      </a:lt1>
      <a:dk2>
        <a:srgbClr val="00007A"/>
      </a:dk2>
      <a:lt2>
        <a:srgbClr val="EBD189"/>
      </a:lt2>
      <a:accent1>
        <a:srgbClr val="FCAB40"/>
      </a:accent1>
      <a:accent2>
        <a:srgbClr val="555BAD"/>
      </a:accent2>
      <a:accent3>
        <a:srgbClr val="AAAABE"/>
      </a:accent3>
      <a:accent4>
        <a:srgbClr val="C8C8C8"/>
      </a:accent4>
      <a:accent5>
        <a:srgbClr val="FDD2AF"/>
      </a:accent5>
      <a:accent6>
        <a:srgbClr val="4C529C"/>
      </a:accent6>
      <a:hlink>
        <a:srgbClr val="B97C01"/>
      </a:hlink>
      <a:folHlink>
        <a:srgbClr val="CCFF33"/>
      </a:folHlink>
    </a:clrScheme>
    <a:fontScheme name="Factory">
      <a:majorFont>
        <a:latin typeface="华文新魏"/>
        <a:ea typeface="华文新魏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</a:spPr>
      <a:bodyPr vert="horz" wrap="non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Narrow" panose="020B060602020203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</a:spPr>
      <a:bodyPr vert="horz" wrap="non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Narrow" panose="020B060602020203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Factory 1">
        <a:dk1>
          <a:srgbClr val="000054"/>
        </a:dk1>
        <a:lt1>
          <a:srgbClr val="EAEAEA"/>
        </a:lt1>
        <a:dk2>
          <a:srgbClr val="00007A"/>
        </a:dk2>
        <a:lt2>
          <a:srgbClr val="EBD189"/>
        </a:lt2>
        <a:accent1>
          <a:srgbClr val="FCAB40"/>
        </a:accent1>
        <a:accent2>
          <a:srgbClr val="555BAD"/>
        </a:accent2>
        <a:accent3>
          <a:srgbClr val="AAAABE"/>
        </a:accent3>
        <a:accent4>
          <a:srgbClr val="C8C8C8"/>
        </a:accent4>
        <a:accent5>
          <a:srgbClr val="FDD2AF"/>
        </a:accent5>
        <a:accent6>
          <a:srgbClr val="4C529C"/>
        </a:accent6>
        <a:hlink>
          <a:srgbClr val="B97C01"/>
        </a:hlink>
        <a:folHlink>
          <a:srgbClr val="CCFF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actory 2">
        <a:dk1>
          <a:srgbClr val="000000"/>
        </a:dk1>
        <a:lt1>
          <a:srgbClr val="FFFFCC"/>
        </a:lt1>
        <a:dk2>
          <a:srgbClr val="993300"/>
        </a:dk2>
        <a:lt2>
          <a:srgbClr val="EDE1AF"/>
        </a:lt2>
        <a:accent1>
          <a:srgbClr val="CAC0E2"/>
        </a:accent1>
        <a:accent2>
          <a:srgbClr val="DFC977"/>
        </a:accent2>
        <a:accent3>
          <a:srgbClr val="FFFFE2"/>
        </a:accent3>
        <a:accent4>
          <a:srgbClr val="000000"/>
        </a:accent4>
        <a:accent5>
          <a:srgbClr val="E1DCEE"/>
        </a:accent5>
        <a:accent6>
          <a:srgbClr val="CAB66B"/>
        </a:accent6>
        <a:hlink>
          <a:srgbClr val="660033"/>
        </a:hlink>
        <a:folHlink>
          <a:srgbClr val="9933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actory 3">
        <a:dk1>
          <a:srgbClr val="000000"/>
        </a:dk1>
        <a:lt1>
          <a:srgbClr val="FFFFFF"/>
        </a:lt1>
        <a:dk2>
          <a:srgbClr val="000000"/>
        </a:dk2>
        <a:lt2>
          <a:srgbClr val="EAEAEA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actory 4">
        <a:dk1>
          <a:srgbClr val="481800"/>
        </a:dk1>
        <a:lt1>
          <a:srgbClr val="EAEAEA"/>
        </a:lt1>
        <a:dk2>
          <a:srgbClr val="762700"/>
        </a:dk2>
        <a:lt2>
          <a:srgbClr val="EBD189"/>
        </a:lt2>
        <a:accent1>
          <a:srgbClr val="FCAB40"/>
        </a:accent1>
        <a:accent2>
          <a:srgbClr val="AD717F"/>
        </a:accent2>
        <a:accent3>
          <a:srgbClr val="BDACAA"/>
        </a:accent3>
        <a:accent4>
          <a:srgbClr val="C8C8C8"/>
        </a:accent4>
        <a:accent5>
          <a:srgbClr val="FDD2AF"/>
        </a:accent5>
        <a:accent6>
          <a:srgbClr val="9C6672"/>
        </a:accent6>
        <a:hlink>
          <a:srgbClr val="FFFF99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actory 5">
        <a:dk1>
          <a:srgbClr val="330066"/>
        </a:dk1>
        <a:lt1>
          <a:srgbClr val="EAEAEA"/>
        </a:lt1>
        <a:dk2>
          <a:srgbClr val="4E009C"/>
        </a:dk2>
        <a:lt2>
          <a:srgbClr val="EBD189"/>
        </a:lt2>
        <a:accent1>
          <a:srgbClr val="FCAB40"/>
        </a:accent1>
        <a:accent2>
          <a:srgbClr val="8871BB"/>
        </a:accent2>
        <a:accent3>
          <a:srgbClr val="B2AACB"/>
        </a:accent3>
        <a:accent4>
          <a:srgbClr val="C8C8C8"/>
        </a:accent4>
        <a:accent5>
          <a:srgbClr val="FDD2AF"/>
        </a:accent5>
        <a:accent6>
          <a:srgbClr val="7B66A9"/>
        </a:accent6>
        <a:hlink>
          <a:srgbClr val="99CC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actory 6">
        <a:dk1>
          <a:srgbClr val="454425"/>
        </a:dk1>
        <a:lt1>
          <a:srgbClr val="EAEAEA"/>
        </a:lt1>
        <a:dk2>
          <a:srgbClr val="4D6A2A"/>
        </a:dk2>
        <a:lt2>
          <a:srgbClr val="EBD189"/>
        </a:lt2>
        <a:accent1>
          <a:srgbClr val="FCAB40"/>
        </a:accent1>
        <a:accent2>
          <a:srgbClr val="A59E79"/>
        </a:accent2>
        <a:accent3>
          <a:srgbClr val="B2B9AC"/>
        </a:accent3>
        <a:accent4>
          <a:srgbClr val="C8C8C8"/>
        </a:accent4>
        <a:accent5>
          <a:srgbClr val="FDD2AF"/>
        </a:accent5>
        <a:accent6>
          <a:srgbClr val="958F6D"/>
        </a:accent6>
        <a:hlink>
          <a:srgbClr val="FFCC00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actory 7">
        <a:dk1>
          <a:srgbClr val="3C2924"/>
        </a:dk1>
        <a:lt1>
          <a:srgbClr val="EAEAEA"/>
        </a:lt1>
        <a:dk2>
          <a:srgbClr val="0D0A46"/>
        </a:dk2>
        <a:lt2>
          <a:srgbClr val="EBD189"/>
        </a:lt2>
        <a:accent1>
          <a:srgbClr val="FCAB40"/>
        </a:accent1>
        <a:accent2>
          <a:srgbClr val="633D4E"/>
        </a:accent2>
        <a:accent3>
          <a:srgbClr val="AAAAB0"/>
        </a:accent3>
        <a:accent4>
          <a:srgbClr val="C8C8C8"/>
        </a:accent4>
        <a:accent5>
          <a:srgbClr val="FDD2AF"/>
        </a:accent5>
        <a:accent6>
          <a:srgbClr val="593646"/>
        </a:accent6>
        <a:hlink>
          <a:srgbClr val="FFCC66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actory 8">
        <a:dk1>
          <a:srgbClr val="000000"/>
        </a:dk1>
        <a:lt1>
          <a:srgbClr val="FFFFFF"/>
        </a:lt1>
        <a:dk2>
          <a:srgbClr val="A50021"/>
        </a:dk2>
        <a:lt2>
          <a:srgbClr val="DDDDDD"/>
        </a:lt2>
        <a:accent1>
          <a:srgbClr val="FFCC99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70000"/>
        </a:accent6>
        <a:hlink>
          <a:srgbClr val="0000FF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320</TotalTime>
  <Words>4</Words>
  <Application>Microsoft Office PowerPoint</Application>
  <PresentationFormat>全屏显示(4:3)</PresentationFormat>
  <Paragraphs>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Arial Narrow</vt:lpstr>
      <vt:lpstr>宋体</vt:lpstr>
      <vt:lpstr>Arial</vt:lpstr>
      <vt:lpstr>华文新魏</vt:lpstr>
      <vt:lpstr>楷体_GB2312</vt:lpstr>
      <vt:lpstr>Wingdings</vt:lpstr>
      <vt:lpstr>Factory</vt:lpstr>
      <vt:lpstr>ReadSwitches:main.s</vt:lpstr>
      <vt:lpstr>ReadSwitches:main.s</vt:lpstr>
    </vt:vector>
  </TitlesOfParts>
  <Company>-Microsoft-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数字逻辑设计及应用</dc:title>
  <dc:creator>billgates</dc:creator>
  <cp:lastModifiedBy>ROG</cp:lastModifiedBy>
  <cp:revision>281</cp:revision>
  <dcterms:created xsi:type="dcterms:W3CDTF">2004-09-01T09:10:15Z</dcterms:created>
  <dcterms:modified xsi:type="dcterms:W3CDTF">2025-02-24T06:00:13Z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2052-10.1.0.6875</vt:lpwstr>
  </property>
</Properties>
</file>